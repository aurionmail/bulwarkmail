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Beacon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C9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notifications for every Meridian tenant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1280160" cy="73152"/>
          </a:xfrm>
          <a:prstGeom prst="rect">
            <a:avLst/>
          </a:prstGeom>
          <a:solidFill>
            <a:srgbClr val="DB2D54"/>
          </a:solidFill>
          <a:ln w="12700">
            <a:solidFill>
              <a:srgbClr val="DB2D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E9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26 Oct 2026 · Meridian 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customers 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with signed deliveries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 for browsers, no polling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queue with per-tenant budgets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log with replay, 30 days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Soak test, 48 hours at 3× peak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42,380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deliveries / 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600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184 ms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0604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latency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00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146304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600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B2D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20840" y="22860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budget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Verdict: pass. Canary at 5% of tenants for 24 h, then general availability.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8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Rollout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/>
                <a:gridCol w="2682240"/>
                <a:gridCol w="268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 Oct 2026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 / no-go review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Alice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 Oct 2026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Rollback runbook signed off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Nora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 Oct 2026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Canary, 5% of tenants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Ahmed, Priya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 Oct 2026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General availability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3F4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Rachel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 launch</dc:title>
  <dc:subject>PptxGenJS Presentation</dc:subject>
  <dc:creator>Rachel Green</dc:creator>
  <cp:lastModifiedBy>Rachel Green</cp:lastModifiedBy>
  <cp:revision>1</cp:revision>
  <dcterms:created xsi:type="dcterms:W3CDTF">2026-10-18T16:57:58Z</dcterms:created>
  <dcterms:modified xsi:type="dcterms:W3CDTF">2026-10-18T16:57:58Z</dcterms:modified>
</cp:coreProperties>
</file>